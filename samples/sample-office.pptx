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0056" cy="10692003"/>
  <p:notesSz cx="10692003" cy="756005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</a:rPr>
              <a:t>本地化转换测试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Slides</dc:title>
  <dc:subject>PptxGenJS Presentation</dc:subject>
  <dc:creator>PoTools</dc:creator>
  <cp:lastModifiedBy>PoTools</cp:lastModifiedBy>
  <cp:revision>1</cp:revision>
  <dcterms:created xsi:type="dcterms:W3CDTF">2026-09-22T05:47:10Z</dcterms:created>
  <dcterms:modified xsi:type="dcterms:W3CDTF">2026-09-22T05:47:10Z</dcterms:modified>
</cp:coreProperties>
</file>